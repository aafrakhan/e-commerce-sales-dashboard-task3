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4691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371600"/>
            <a:ext cx="4572000" cy="4572000"/>
          </a:xfrm>
          <a:prstGeom prst="ellipse">
            <a:avLst/>
          </a:prstGeom>
          <a:solidFill>
            <a:srgbClr val="2A2F6B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2A2F6B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7772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498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DataX Labs · Data Analyst Internship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" y="160020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Indian E-Commerce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Dashboard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36118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9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3: Dashboard Design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C9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Power BI dashboard built for business stakeholders, covering sales, profit, average and growth signals across states, categories, and payment modes.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Aafra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Approach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521208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B1F4B">
                <a:alpha val="12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6916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71907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60120" y="22860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interactive dashboard for business stakeholders that surfaces sales, profit, and growth signals at a glance and supports drill-down into state, category, and customer-level detail.</a:t>
            </a: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349758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77340" y="35158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960120" y="4003996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e-commerce Sales &amp; Financial dataset sourced from Kaggle order-level records across states, product categories, sub-categories, customers, and payment modes.</a:t>
            </a:r>
            <a:endParaRPr lang="en-US" sz="13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507492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77340" y="513381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937260" y="5726609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 (free)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6149340" y="1371600"/>
            <a:ext cx="5349240" cy="4754880"/>
          </a:xfrm>
          <a:prstGeom prst="roundRect">
            <a:avLst>
              <a:gd name="adj" fmla="val 2308"/>
            </a:avLst>
          </a:prstGeom>
          <a:solidFill>
            <a:srgbClr val="1B1F4B"/>
          </a:solidFill>
          <a:ln/>
          <a:effectLst>
            <a:outerShdw blurRad="101600" dist="38100" dir="2700000" algn="bl" rotWithShape="0">
              <a:srgbClr val="1B1F4B">
                <a:alpha val="12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6537960" y="1645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6537960" y="2240280"/>
            <a:ext cx="365760" cy="36576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6" name="Text 11"/>
          <p:cNvSpPr/>
          <p:nvPr/>
        </p:nvSpPr>
        <p:spPr>
          <a:xfrm>
            <a:off x="653796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7086600" y="2080260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model the dataset and define relationships across Orders, Customers, and Products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537960" y="3063240"/>
            <a:ext cx="365760" cy="36576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9" name="Text 14"/>
          <p:cNvSpPr/>
          <p:nvPr/>
        </p:nvSpPr>
        <p:spPr>
          <a:xfrm>
            <a:off x="653796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7086600" y="2903220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KPIs that map to business questions such as Sales, Profit, Quantity, Average and overall Growth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537960" y="3886200"/>
            <a:ext cx="365760" cy="36576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2" name="Text 17"/>
          <p:cNvSpPr/>
          <p:nvPr/>
        </p:nvSpPr>
        <p:spPr>
          <a:xfrm>
            <a:off x="653796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7086600" y="3734696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visuals: time-series trend, category/payment breakdowns, state comparison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6537960" y="4709160"/>
            <a:ext cx="365760" cy="36576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5" name="Text 20"/>
          <p:cNvSpPr/>
          <p:nvPr/>
        </p:nvSpPr>
        <p:spPr>
          <a:xfrm>
            <a:off x="6537960" y="4709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7086600" y="4526280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in slicers (Quarter, State) for stakeholder-driven exploration</a:t>
            </a:r>
            <a:endParaRPr lang="en-US" sz="1250" dirty="0"/>
          </a:p>
        </p:txBody>
      </p:sp>
      <p:sp>
        <p:nvSpPr>
          <p:cNvPr id="27" name="Shape 22"/>
          <p:cNvSpPr/>
          <p:nvPr/>
        </p:nvSpPr>
        <p:spPr>
          <a:xfrm>
            <a:off x="6537960" y="5532120"/>
            <a:ext cx="365760" cy="36576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8" name="Text 23"/>
          <p:cNvSpPr/>
          <p:nvPr/>
        </p:nvSpPr>
        <p:spPr>
          <a:xfrm>
            <a:off x="6537960" y="5532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7086600" y="5372100"/>
            <a:ext cx="4251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consistent color theme and add icon accents for visual polish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KPIs Selected — and Why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B1F4B">
                <a:alpha val="12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3736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22860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₹438K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68680" y="27889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Amount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8680" y="312724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revenue figure the single number stakeholders check first.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474720" y="146304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B1F4B">
                <a:alpha val="12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173736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03320" y="22860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₹37K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3703320" y="27889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703320" y="312724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Profitability, not just top-line flags where margin is thin or negative.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309360" y="146304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B1F4B">
                <a:alpha val="12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173736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537960" y="22860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5,615</a:t>
            </a:r>
            <a:endParaRPr lang="en-US" sz="2600" dirty="0"/>
          </a:p>
        </p:txBody>
      </p:sp>
      <p:sp>
        <p:nvSpPr>
          <p:cNvPr id="16" name="Text 11"/>
          <p:cNvSpPr/>
          <p:nvPr/>
        </p:nvSpPr>
        <p:spPr>
          <a:xfrm>
            <a:off x="6537960" y="27889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Quantity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537960" y="312724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signal  pairs with revenue to reveal pricing/discounting effects.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9144000" y="146304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B1F4B">
                <a:alpha val="12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600" y="173736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372600" y="22860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24.64</a:t>
            </a:r>
            <a:endParaRPr lang="en-US" sz="2600" dirty="0"/>
          </a:p>
        </p:txBody>
      </p:sp>
      <p:sp>
        <p:nvSpPr>
          <p:cNvPr id="21" name="Text 15"/>
          <p:cNvSpPr/>
          <p:nvPr/>
        </p:nvSpPr>
        <p:spPr>
          <a:xfrm>
            <a:off x="9372600" y="27889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Profit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9372600" y="312724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Per-order profitability  a quick health check independent of scale.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765586" y="4092388"/>
            <a:ext cx="10881360" cy="2103120"/>
          </a:xfrm>
          <a:prstGeom prst="roundRect">
            <a:avLst>
              <a:gd name="adj" fmla="val 5217"/>
            </a:avLst>
          </a:prstGeom>
          <a:solidFill>
            <a:srgbClr val="EDEFFA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297680"/>
            <a:ext cx="411480" cy="4114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463040" y="43159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914400" y="4800600"/>
            <a:ext cx="10241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 brief also calls out Growth as a KPI. Rather than a static YoY card, growth is represented dynamically through the Profit by Month trend line  letting stakeholders see month-over-month movement directly, including the dip through May–September and the recovery into Q4.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Dashboard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444446" y="87011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page, four KPI cards, six supporting visuals, two slicers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317" y="635651"/>
            <a:ext cx="10744683" cy="6077606"/>
          </a:xfrm>
          <a:prstGeom prst="roundRect">
            <a:avLst>
              <a:gd name="adj" fmla="val 119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B1F4B">
                <a:alpha val="12000"/>
              </a:srgbClr>
            </a:outerShdw>
          </a:effectLst>
        </p:spPr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3406EA-4573-F113-5D47-476E57437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57" y="904344"/>
            <a:ext cx="10181202" cy="55402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Interactivity &amp; Visual Design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52044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B1F4B">
                <a:alpha val="12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45920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21305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&amp; Filters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68680" y="2496312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 (Qtr 1-4) button slicer and a State dropdown let stakeholders filter every visual on the page in one click.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343400" y="1417320"/>
            <a:ext cx="352044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B1F4B">
                <a:alpha val="12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645920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0" y="21305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Trend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572000" y="2496312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profit trend surfaces seasonality sharp dips May-Sep, strong recovery in Q4.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046720" y="1417320"/>
            <a:ext cx="352044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B1F4B">
                <a:alpha val="12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1645920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75320" y="21305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&amp; Payment Breakdown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8275320" y="2496312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charts show category mix (Clothing 63%) and payment mode split (COD 44%, UPI 21%).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40080" y="4023360"/>
            <a:ext cx="352044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B1F4B">
                <a:alpha val="12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251960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68680" y="47365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Comparison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868680" y="5102352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 ranks all 7 states by revenue, flagging Rajasthan's negative profit at a glance.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4343400" y="4023360"/>
            <a:ext cx="352044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B1F4B">
                <a:alpha val="12000"/>
              </a:srgbClr>
            </a:outerShdw>
          </a:effectLst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4251960"/>
            <a:ext cx="384048" cy="38404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572000" y="47365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Color Theme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4572000" y="5102352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Navy/purple base with a single orange accent used consistently for slicers and highlights.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8046720" y="4023360"/>
            <a:ext cx="352044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B1F4B">
                <a:alpha val="12000"/>
              </a:srgbClr>
            </a:outerShdw>
          </a:effectLst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5320" y="4251960"/>
            <a:ext cx="384048" cy="38404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275320" y="47365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 Accents</a:t>
            </a:r>
            <a:endParaRPr lang="en-US" sz="1350" dirty="0"/>
          </a:p>
        </p:txBody>
      </p:sp>
      <p:sp>
        <p:nvSpPr>
          <p:cNvPr id="26" name="Text 18"/>
          <p:cNvSpPr/>
          <p:nvPr/>
        </p:nvSpPr>
        <p:spPr>
          <a:xfrm>
            <a:off x="8275320" y="5102352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icons on each KPI card (star, cart, thumbs-up) improve scannability without adding clutter.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212080" cy="470916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1B1F4B">
                <a:alpha val="12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91640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17190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it's working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960120" y="2402724"/>
            <a:ext cx="109728" cy="109728"/>
          </a:xfrm>
          <a:prstGeom prst="ellipse">
            <a:avLst/>
          </a:prstGeom>
          <a:solidFill>
            <a:srgbClr val="17A398"/>
          </a:solidFill>
          <a:ln/>
        </p:spPr>
      </p:sp>
      <p:sp>
        <p:nvSpPr>
          <p:cNvPr id="7" name="Text 4"/>
          <p:cNvSpPr/>
          <p:nvPr/>
        </p:nvSpPr>
        <p:spPr>
          <a:xfrm>
            <a:off x="1234440" y="214884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Madhya Pradesh (₹7.38K) and Maharashtra (₹6.96K) lead revenue by state, together outperforming the next three states combined.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60120" y="3216719"/>
            <a:ext cx="109728" cy="109728"/>
          </a:xfrm>
          <a:prstGeom prst="ellipse">
            <a:avLst/>
          </a:prstGeom>
          <a:solidFill>
            <a:srgbClr val="17A398"/>
          </a:solidFill>
          <a:ln/>
        </p:spPr>
      </p:sp>
      <p:sp>
        <p:nvSpPr>
          <p:cNvPr id="9" name="Text 6"/>
          <p:cNvSpPr/>
          <p:nvPr/>
        </p:nvSpPr>
        <p:spPr>
          <a:xfrm>
            <a:off x="1234440" y="297180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dominates category mix at 63% of quantity sold the core product line.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60120" y="4039679"/>
            <a:ext cx="109728" cy="109728"/>
          </a:xfrm>
          <a:prstGeom prst="ellipse">
            <a:avLst/>
          </a:prstGeom>
          <a:solidFill>
            <a:srgbClr val="17A398"/>
          </a:solidFill>
          <a:ln/>
        </p:spPr>
      </p:sp>
      <p:sp>
        <p:nvSpPr>
          <p:cNvPr id="11" name="Text 8"/>
          <p:cNvSpPr/>
          <p:nvPr/>
        </p:nvSpPr>
        <p:spPr>
          <a:xfrm>
            <a:off x="1234440" y="379476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 (44%) and UPI (21%) together cover two-thirds of payment volume, reflecting typical Indian e-commerce payment behavior.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960120" y="4862636"/>
            <a:ext cx="109728" cy="109728"/>
          </a:xfrm>
          <a:prstGeom prst="ellipse">
            <a:avLst/>
          </a:prstGeom>
          <a:solidFill>
            <a:srgbClr val="17A398"/>
          </a:solidFill>
          <a:ln/>
        </p:spPr>
      </p:sp>
      <p:sp>
        <p:nvSpPr>
          <p:cNvPr id="13" name="Text 10"/>
          <p:cNvSpPr/>
          <p:nvPr/>
        </p:nvSpPr>
        <p:spPr>
          <a:xfrm>
            <a:off x="1234440" y="461772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Printers (₹8.6K) and Bookcases (₹6.5K) are the strongest sub-categories by profit.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72200" y="1417320"/>
            <a:ext cx="5349240" cy="4709160"/>
          </a:xfrm>
          <a:prstGeom prst="roundRect">
            <a:avLst>
              <a:gd name="adj" fmla="val 2330"/>
            </a:avLst>
          </a:prstGeom>
          <a:solidFill>
            <a:srgbClr val="1B1F4B"/>
          </a:solidFill>
          <a:ln/>
          <a:effectLst>
            <a:outerShdw blurRad="101600" dist="38100" dir="2700000" algn="bl" rotWithShape="0">
              <a:srgbClr val="1B1F4B">
                <a:alpha val="12000"/>
              </a:srgbClr>
            </a:outerShdw>
          </a:effectLst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691640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995160" y="17190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watch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92240" y="2402724"/>
            <a:ext cx="109728" cy="109728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8" name="Text 14"/>
          <p:cNvSpPr/>
          <p:nvPr/>
        </p:nvSpPr>
        <p:spPr>
          <a:xfrm>
            <a:off x="6766560" y="214884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Rajasthan is currently unprofitable (-₹0.32K) despite positive revenue worth investigating discounting or return rates there.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492240" y="3118104"/>
            <a:ext cx="109728" cy="109728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0" name="Text 16"/>
          <p:cNvSpPr/>
          <p:nvPr/>
        </p:nvSpPr>
        <p:spPr>
          <a:xfrm>
            <a:off x="6766560" y="297180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turned negative in May, July, August, September, and December a recurring mid-year and year-end dip that merits a seasonal promotion or cost review.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492240" y="4048644"/>
            <a:ext cx="109728" cy="109728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2" name="Text 18"/>
          <p:cNvSpPr/>
          <p:nvPr/>
        </p:nvSpPr>
        <p:spPr>
          <a:xfrm>
            <a:off x="6766560" y="379476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customers (Harivansh, Vishakha) show slightly negative net amounts, suggesting high return or refund activity on their orders.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492240" y="4862638"/>
            <a:ext cx="109728" cy="109728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4" name="Text 20"/>
          <p:cNvSpPr/>
          <p:nvPr/>
        </p:nvSpPr>
        <p:spPr>
          <a:xfrm>
            <a:off x="6766560" y="461772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(17%) and Electronics (21%) trail Clothing sharply potential cross-sell opportunity to rebalance category mix.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2A2F6B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2A2F6B"/>
          </a:solidFill>
          <a:ln/>
        </p:spPr>
      </p:sp>
      <p:sp>
        <p:nvSpPr>
          <p:cNvPr id="4" name="Text 2"/>
          <p:cNvSpPr/>
          <p:nvPr/>
        </p:nvSpPr>
        <p:spPr>
          <a:xfrm>
            <a:off x="786015" y="758305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7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reinforced how a small set of well-chosen KPIs, paired with interactivity and a disciplined color theme, turns raw transactional data into a dashboard business stakeholders can actually act on from spotting a loss-making state to catching a seasonal profit dip.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3063240"/>
            <a:ext cx="9601200" cy="1417320"/>
          </a:xfrm>
          <a:prstGeom prst="roundRect">
            <a:avLst>
              <a:gd name="adj" fmla="val 7742"/>
            </a:avLst>
          </a:prstGeom>
          <a:solidFill>
            <a:srgbClr val="2A2F6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506355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3429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project — code, dataset, screenshots &amp; README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828800" y="37947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17A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https://github.com/Aafrakhan/E-Commerce-Sales-Dashboard-task3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02887" y="53492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Aafra · DataX Labs Data Analyst Internship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710</Words>
  <Application>Microsoft Office PowerPoint</Application>
  <PresentationFormat>Widescreen</PresentationFormat>
  <Paragraphs>78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Indian E-Commerce Sales Dashboard - Task 3</dc:title>
  <dc:subject>PptxGenJS Presentation</dc:subject>
  <dc:creator>Aafra</dc:creator>
  <cp:lastModifiedBy>Aafra Khan</cp:lastModifiedBy>
  <cp:revision>2</cp:revision>
  <dcterms:created xsi:type="dcterms:W3CDTF">2026-07-02T09:16:08Z</dcterms:created>
  <dcterms:modified xsi:type="dcterms:W3CDTF">2026-07-02T10:07:30Z</dcterms:modified>
</cp:coreProperties>
</file>